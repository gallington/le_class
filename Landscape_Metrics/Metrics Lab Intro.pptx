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61" r:id="rId3"/>
    <p:sldId id="262" r:id="rId4"/>
    <p:sldId id="256" r:id="rId5"/>
    <p:sldId id="257" r:id="rId6"/>
    <p:sldId id="259" r:id="rId7"/>
    <p:sldId id="258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76"/>
    <p:restoredTop sz="94487"/>
  </p:normalViewPr>
  <p:slideViewPr>
    <p:cSldViewPr snapToGrid="0">
      <p:cViewPr varScale="1">
        <p:scale>
          <a:sx n="80" d="100"/>
          <a:sy n="80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D724-B2F4-BEF0-23C9-2B4A4773F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337A9-7C9D-DB29-D36A-5CD94F49B3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09A56-4DF5-43F1-CE1E-F251B8F5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D7CEA-5AC5-8F3D-D550-D294D8ED7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88B18-961E-BAF3-D156-20F4A0FA9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58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32BE-70F3-7D50-DB43-C5D5EF2E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3356-743B-5AA9-6D01-A3692AF00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7DFCE-63BB-B728-884F-30A8BA10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C6840-6161-2D41-9B12-D882CB55B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674E3-F75C-85AE-9C72-2FC9F03D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9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2054-0EB3-64CB-C902-60288EE2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14DCB-A8FB-42A6-0448-8AFF4904E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D4B34-C4E3-35F9-54C8-B00A8336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95A3-CD5A-42E8-47D1-49400E0D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F1B6F-2190-397B-0BF2-2AEE8034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27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EEFA-B7AC-8670-D7EF-1EF04261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1E8B5-34C0-AFEC-A756-5D772163D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CA96D-D337-F7F0-592E-4C2CAB604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8C1F1-981A-A913-35BF-0734B7E0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E2BB1-28D0-7588-CB95-ECC10CEF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18BA5-A69B-10DC-48B2-5F6FE6CD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02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9417-13E3-51EA-C622-D75399EF6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BC092-6067-C79B-59CD-55D711FA5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0A910-864F-03B5-1018-013BC0303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908DA-3472-FB73-2857-12221028F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8A96D-FE69-2B78-5CA4-B5F05E274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543151-DD71-AF6B-3642-700AED4A6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5E156D-05AC-A953-6B0D-85D36EF7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313B1D-3617-BFDB-3412-092AEB3F6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9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46F3-6E87-28D8-37B5-3963E89B4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AD6EC-5127-0CD7-03F4-C00CE9C2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A9326-B0B1-1D34-93E0-D2556F13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7E054-75D0-027C-41DF-2F25C9CE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52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6F5AC3-3DE5-39DD-CE8D-97AA0697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9B3BB-3858-B58E-47BF-CE854E18F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791E4-9512-7353-0736-66126E833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7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7A89C-14EA-201B-A620-170B0D1BA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86615-F01F-DDDB-AD40-1A1C4A46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B2987E-3132-071E-1BF5-8FCEB316B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21A4C-F9D5-22D7-DEE4-7268A35BB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D8624-3D97-11A7-D10D-60C50C4E4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FEF68-706A-1211-4A00-81F73506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80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30640-A3F5-4FDF-7057-FA58F1BA3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365456-B614-03B1-BFB1-BD8AA90A9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D34A5-AB20-F27F-FEC5-605ACD8B6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40B00-3047-58E1-B2F6-AD8B46A8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AC0E4-D80C-FA78-C979-AC17F4726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70C88-0CF1-00D8-F77C-AE4B9F7B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42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5974E-01D4-2747-5672-9232602D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2F67C-E72B-14CE-A94A-CB53355840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7883D-8D90-EAF3-2E67-4ABA96C7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98702-14F3-A998-E365-703B40A88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382C7-725E-09F2-AD52-301AEA18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33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785051-A4FD-0F98-58F9-81370BC3D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C3422-C3D0-EB3C-206D-3E9B53481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6D16F-01DC-CCA7-764F-169CC320E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C6484-CFDC-3D5F-5B9F-D941858F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CE48D-4FC9-81F0-ACCB-50F519C9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6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B6E63-2254-9D26-6D6E-2B9D071FB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A9628-4A38-E1F7-7136-DB06AD6EB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E2701-2A0D-16EA-C940-A0CAE6E20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51550-5CD6-A449-925C-DBDBDD1071B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25778-5A20-D7B5-A4A7-D7BC44266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1182C-CB80-13D5-6547-1833D3D2C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16EF3-3C55-2E41-BD62-EE6EFBD7C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2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-spatialecology.github.io/landscapemetrics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290B3-94BF-B1B8-674B-C3DF3670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Review: What properties of a landscape can vary?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EFD38-4A56-0DE5-9E02-C8857BAC2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8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5140B-AD0D-4108-286B-813FC317D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1D190-333C-817F-150D-487973615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Review: What properties of a landscape can vary?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B0C4B-2AC0-47FC-5AF3-7D344045F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Composition</a:t>
            </a:r>
          </a:p>
          <a:p>
            <a:r>
              <a:rPr lang="en-US" dirty="0"/>
              <a:t>Fragmentation</a:t>
            </a:r>
          </a:p>
          <a:p>
            <a:r>
              <a:rPr lang="en-US" dirty="0"/>
              <a:t>Aggregation</a:t>
            </a:r>
          </a:p>
          <a:p>
            <a:r>
              <a:rPr lang="en-US" dirty="0"/>
              <a:t>Connectivity</a:t>
            </a:r>
          </a:p>
          <a:p>
            <a:r>
              <a:rPr lang="en-US" dirty="0"/>
              <a:t>Shape complexity</a:t>
            </a:r>
          </a:p>
          <a:p>
            <a:r>
              <a:rPr lang="en-US" dirty="0"/>
              <a:t>Edge density</a:t>
            </a:r>
          </a:p>
          <a:p>
            <a:r>
              <a:rPr lang="en-US" dirty="0"/>
              <a:t>…….</a:t>
            </a:r>
          </a:p>
        </p:txBody>
      </p:sp>
    </p:spTree>
    <p:extLst>
      <p:ext uri="{BB962C8B-B14F-4D97-AF65-F5344CB8AC3E}">
        <p14:creationId xmlns:p14="http://schemas.microsoft.com/office/powerpoint/2010/main" val="535908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p of different regions&#10;&#10;AI-generated content may be incorrect.">
            <a:extLst>
              <a:ext uri="{FF2B5EF4-FFF2-40B4-BE49-F238E27FC236}">
                <a16:creationId xmlns:a16="http://schemas.microsoft.com/office/drawing/2014/main" id="{08CCE01A-F661-DE6F-3707-80990FAEE0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48" y="766010"/>
            <a:ext cx="12003652" cy="555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95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252806-73DE-230E-BF29-5A4F9D514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46" y="299936"/>
            <a:ext cx="10110537" cy="563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5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A83F52-713A-6306-F0D6-4736AF8F3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280"/>
            <a:ext cx="11618496" cy="27207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11DAD7-7C9B-ACC3-77E5-87FA906FF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09022" y="2493755"/>
            <a:ext cx="7772400" cy="513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87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59E0-0D01-12E6-C0C0-4A0E95C81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Folder setup: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C5261-C56E-3900-A221-F4925D160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/</a:t>
            </a:r>
            <a:r>
              <a:rPr lang="en-US" dirty="0" err="1"/>
              <a:t>Landscape_Metrics_Lab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Lab3.Rproj</a:t>
            </a:r>
          </a:p>
          <a:p>
            <a:pPr marL="0" indent="0">
              <a:buNone/>
            </a:pPr>
            <a:r>
              <a:rPr lang="en-US" dirty="0"/>
              <a:t>Lab3_student_script.R</a:t>
            </a:r>
          </a:p>
          <a:p>
            <a:pPr marL="0" indent="0">
              <a:buNone/>
            </a:pPr>
            <a:r>
              <a:rPr lang="en-US" dirty="0"/>
              <a:t>	/data</a:t>
            </a:r>
          </a:p>
          <a:p>
            <a:pPr marL="0" indent="0">
              <a:buNone/>
            </a:pPr>
            <a:r>
              <a:rPr lang="en-US" dirty="0"/>
              <a:t>		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5D367-92A3-F535-372E-DEFDB33EA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911600"/>
            <a:ext cx="3048000" cy="2946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1A68FB-21B9-B51B-73AE-9E3B77BF501E}"/>
              </a:ext>
            </a:extLst>
          </p:cNvPr>
          <p:cNvSpPr txBox="1"/>
          <p:nvPr/>
        </p:nvSpPr>
        <p:spPr>
          <a:xfrm>
            <a:off x="5679306" y="3776663"/>
            <a:ext cx="48126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Early Settlement</a:t>
            </a:r>
          </a:p>
          <a:p>
            <a:r>
              <a:rPr lang="en-US" dirty="0"/>
              <a:t>Post Settlement</a:t>
            </a:r>
          </a:p>
          <a:p>
            <a:endParaRPr lang="en-US" dirty="0"/>
          </a:p>
          <a:p>
            <a:r>
              <a:rPr lang="en-US" dirty="0"/>
              <a:t>Madison 1</a:t>
            </a:r>
          </a:p>
          <a:p>
            <a:r>
              <a:rPr lang="en-US" dirty="0"/>
              <a:t>Madison 2 </a:t>
            </a:r>
          </a:p>
          <a:p>
            <a:endParaRPr lang="en-US" dirty="0"/>
          </a:p>
          <a:p>
            <a:r>
              <a:rPr lang="en-US" dirty="0"/>
              <a:t>Northeast 1</a:t>
            </a:r>
          </a:p>
          <a:p>
            <a:r>
              <a:rPr lang="en-US" dirty="0"/>
              <a:t>Northeast 2</a:t>
            </a:r>
          </a:p>
          <a:p>
            <a:r>
              <a:rPr lang="en-US" dirty="0"/>
              <a:t>Northeast 3</a:t>
            </a:r>
          </a:p>
        </p:txBody>
      </p:sp>
    </p:spTree>
    <p:extLst>
      <p:ext uri="{BB962C8B-B14F-4D97-AF65-F5344CB8AC3E}">
        <p14:creationId xmlns:p14="http://schemas.microsoft.com/office/powerpoint/2010/main" val="2598190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DE11F-71E3-DAED-1A44-3117C2A4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 to specify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23C8-48C5-1AA9-09C3-781276AF5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Grain size</a:t>
            </a:r>
          </a:p>
          <a:p>
            <a:r>
              <a:rPr lang="en-US" dirty="0"/>
              <a:t>Neighbor rule</a:t>
            </a:r>
          </a:p>
          <a:p>
            <a:r>
              <a:rPr lang="en-US" dirty="0"/>
              <a:t>Scale of analysis:</a:t>
            </a:r>
          </a:p>
          <a:p>
            <a:pPr lvl="1"/>
            <a:r>
              <a:rPr lang="en-US" dirty="0"/>
              <a:t>Patch</a:t>
            </a:r>
          </a:p>
          <a:p>
            <a:pPr lvl="1"/>
            <a:r>
              <a:rPr lang="en-US" dirty="0"/>
              <a:t>Class</a:t>
            </a:r>
          </a:p>
          <a:p>
            <a:pPr lvl="1"/>
            <a:r>
              <a:rPr lang="en-US" dirty="0"/>
              <a:t>Landscape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344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D38E2E-0C07-9380-315B-5118A399A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003" y="640080"/>
            <a:ext cx="4824834" cy="5577840"/>
          </a:xfrm>
          <a:prstGeom prst="rect">
            <a:avLst/>
          </a:prstGeom>
        </p:spPr>
      </p:pic>
      <p:sp>
        <p:nvSpPr>
          <p:cNvPr id="11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51CC1-F093-5CC0-CEB3-ACDB96272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r>
              <a:rPr lang="en-US" sz="2200">
                <a:hlinkClick r:id="rId3"/>
              </a:rPr>
              <a:t>https://r-spatialecology.github.io/landscapemetrics/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848228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1C83ED-6774-256A-85A6-C955BCC95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475" y="0"/>
            <a:ext cx="6531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964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A6FC3C-B5CF-5D9C-18AA-374E5C6EC790}"/>
              </a:ext>
            </a:extLst>
          </p:cNvPr>
          <p:cNvSpPr txBox="1"/>
          <p:nvPr/>
        </p:nvSpPr>
        <p:spPr>
          <a:xfrm>
            <a:off x="598045" y="-126417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latin typeface="+mj-lt"/>
                <a:ea typeface="+mj-ea"/>
                <a:cs typeface="+mj-cs"/>
              </a:rPr>
              <a:t>Madison 1				Madison 2	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5AA7611-AA2B-CAC5-04E1-4ED239943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83" y="886450"/>
            <a:ext cx="5326461" cy="382858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618E582-100D-6FCF-3678-35F8C4E73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598" y="786537"/>
            <a:ext cx="5456923" cy="39284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47B84F0-4E1C-9C12-D836-FB743D98F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147" y="4916076"/>
            <a:ext cx="2826868" cy="277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901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1D2435-3D71-6FFD-A193-106BA2111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841" y="685800"/>
            <a:ext cx="2158739" cy="29790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248DBC-3C73-008D-F86E-87F5637CC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51" y="685800"/>
            <a:ext cx="2743200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29AC74-0C2D-CA45-6EE0-0897DF7E9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59" y="685800"/>
            <a:ext cx="2743200" cy="2743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406439-7FBC-C1AD-5808-6DAF0EC9F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800" y="68580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25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</TotalTime>
  <Words>104</Words>
  <Application>Microsoft Macintosh PowerPoint</Application>
  <PresentationFormat>Widescreen</PresentationFormat>
  <Paragraphs>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Quick Review: What properties of a landscape can vary?</vt:lpstr>
      <vt:lpstr>Quick Review: What properties of a landscape can vary?</vt:lpstr>
      <vt:lpstr>PowerPoint Presentation</vt:lpstr>
      <vt:lpstr>PowerPoint Presentation</vt:lpstr>
      <vt:lpstr>PowerPoint Presentation</vt:lpstr>
      <vt:lpstr>Folder setup:</vt:lpstr>
      <vt:lpstr>Parameters to specify :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Ginger RH Allington</dc:creator>
  <cp:lastModifiedBy>Ginger RH Allington</cp:lastModifiedBy>
  <cp:revision>5</cp:revision>
  <cp:lastPrinted>2026-09-17T18:38:52Z</cp:lastPrinted>
  <dcterms:created xsi:type="dcterms:W3CDTF">2026-09-17T00:18:17Z</dcterms:created>
  <dcterms:modified xsi:type="dcterms:W3CDTF">2026-09-17T20:10:55Z</dcterms:modified>
</cp:coreProperties>
</file>